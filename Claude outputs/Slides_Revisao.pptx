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&gt;_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— AP1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primeiros passos &amp; investigação remota via SSH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Técnico em Informática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663440"/>
            <a:ext cx="292608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revisão antes da avaliação parcial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554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Recapitulação — Docker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202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Instalação, hello-world, docker run, volumes e publicação com Nginx.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566928" cy="566928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697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Recapitulação — SSH &amp; Linux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0632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remota, os 4 comandos permitidos, leitura de pistas.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840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 relâmpago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2062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no estilo da prova, resolvidas em conjunto no quadro.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566928" cy="566928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 e fechamento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3492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abertas + o que estudar antes da AP1.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AP1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final desta aula, você deve ser capaz de...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4F2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673352"/>
            <a:ext cx="46634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teste hello-world verifica e por que essa etapa existe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5087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4F2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673352"/>
            <a:ext cx="46634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fazem as flags -d, -p e -v do docker run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4F2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410712"/>
            <a:ext cx="46634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dados em um volume sobrevivem à recriação do container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32461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5E7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3410712"/>
            <a:ext cx="46634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corretamente o comando de conexão SSH (usuário, endereço, porta)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9834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5E7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5148072"/>
            <a:ext cx="46634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comandos permitidos (ls, cd, cat, nano) e a função de cada um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49834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5E7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5148072"/>
            <a:ext cx="46634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de investigar pistas no nome dos arquivos, não só no conteúdo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AP1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5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961120" y="1097280"/>
            <a:ext cx="2743200" cy="2743200"/>
          </a:xfrm>
          <a:prstGeom prst="roundRect">
            <a:avLst>
              <a:gd name="adj" fmla="val 11667"/>
            </a:avLst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Docker: primeiros passos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Instalação, teste, publicação e persistência de dados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fizemos nessa prática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08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Recebemos uma VM própria, isolada, sem Docker instalado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860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Instalamos o Docker do zero (como em um servidor real)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 a instalação com uma imagem simples de verificação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840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Criamos uma página própria e publicamos com um servidor Nginx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66344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617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Editamos a página de novo e confirmamos que o conteúdo persiste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635240" y="155448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E4F2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0956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da equipe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09560" y="224028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2240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instalado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(daemon + CLI)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09560" y="324612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0" y="3246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Nginx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(porta 8080)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09560" y="425196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0E7C7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0" y="4251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~/site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(sobrevive ao container)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Docker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o Docker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distribuição baseada em Debian/Ubuntu, o Docker é instalado pelo gerenciador de pacotes do sistema: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026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514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 &amp;&amp; sudo apt install -y docker.io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como administrador — instalar pacotes exige privilégio.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install -y docker.io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e instala o pacote do Docker sem pedir confirmação.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Docker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Iniciar o Docker (de verdade)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problema clássico: o cliente responde na hora, mas o daemon (o "motor" do Docker) pode levar alguns segundos para ficar pronto.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0" y="2788920"/>
            <a:ext cx="9692640" cy="0"/>
          </a:xfrm>
          <a:prstGeom prst="line">
            <a:avLst/>
          </a:prstGeom>
          <a:noFill/>
          <a:ln w="25400">
            <a:solidFill>
              <a:srgbClr val="D8D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2706624"/>
            <a:ext cx="164592" cy="164592"/>
          </a:xfrm>
          <a:prstGeom prst="ellipse">
            <a:avLst/>
          </a:prstGeom>
          <a:solidFill>
            <a:srgbClr val="59595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roda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23944" y="2706624"/>
            <a:ext cx="164592" cy="164592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--version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na hora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(não fala com o daemon)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41464" y="2706624"/>
            <a:ext cx="164592" cy="164592"/>
          </a:xfrm>
          <a:prstGeom prst="ellipse">
            <a:avLst/>
          </a:prstGeom>
          <a:solidFill>
            <a:srgbClr val="59595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alguns segundos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depois...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67544" y="2706624"/>
            <a:ext cx="164592" cy="164592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E4F2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34340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usamos um comando/script que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e confirma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 "docker info") que o daemon está pronto antes de liberar o terminal — assim a experiência é sempre igual, não importa a velocidade da máquina.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Docker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a instalação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2026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8288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docker run hello-world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80960" y="169164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E4F2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instalação OK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hello-world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imagem minúscula, feita só para isso: baixar, rodar e imprimir uma mensagem de sucesso. Se ela rodar sem erro, sabemos que: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201168" cy="20116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3703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Docker foi instalado corretamente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251960"/>
            <a:ext cx="201168" cy="20116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daemon está rodando e respondendo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4754880"/>
            <a:ext cx="201168" cy="20116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container consegue baixar imagens da internet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Docker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flags do docker run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202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3716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meusite -p 8080:80 -v ~/site:/usr/share/nginx/html nginx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E4F2F1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5146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0E7C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514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24871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Detached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089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o container em segundo plano, liberando o terminal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E4F2F1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25146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0E7C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514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--name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4871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1089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um apelido ao container, para facilitar comandos depois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E4F2F1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0E7C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42245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8463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porta do host : porta do container (host:container)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02336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E4F2F1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0E7C7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42245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8463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uma pasta de fora aos dados de dentro do container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Docker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Portas: do host ao container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8080:80  →  porta 8080 da VM aponta para a porta 80 dentro do container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19272" y="21945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0E7C7B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19272" y="21945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— porta 8080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47104" y="21945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A5F5E"/>
          </a:solidFill>
          <a:ln w="19050">
            <a:solidFill>
              <a:srgbClr val="0A5F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47104" y="21945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— porta 80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957816" y="219456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C9A22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957816" y="21945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2770632"/>
            <a:ext cx="758952" cy="219456"/>
          </a:xfrm>
          <a:prstGeom prst="rightArrow">
            <a:avLst/>
          </a:prstGeom>
          <a:solidFill>
            <a:srgbClr val="D8D8D8"/>
          </a:solidFill>
          <a:ln/>
        </p:spPr>
      </p:sp>
      <p:sp>
        <p:nvSpPr>
          <p:cNvPr id="13" name="Shape 11"/>
          <p:cNvSpPr/>
          <p:nvPr/>
        </p:nvSpPr>
        <p:spPr>
          <a:xfrm>
            <a:off x="5788152" y="2770632"/>
            <a:ext cx="758952" cy="219456"/>
          </a:xfrm>
          <a:prstGeom prst="rightArrow">
            <a:avLst/>
          </a:prstGeom>
          <a:solidFill>
            <a:srgbClr val="D8D8D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98864" y="2770632"/>
            <a:ext cx="758952" cy="219456"/>
          </a:xfrm>
          <a:prstGeom prst="rightArrow">
            <a:avLst/>
          </a:prstGeom>
          <a:solidFill>
            <a:srgbClr val="D8D8D8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160520"/>
            <a:ext cx="10698480" cy="1508760"/>
          </a:xfrm>
          <a:prstGeom prst="roundRect">
            <a:avLst>
              <a:gd name="adj" fmla="val 6061"/>
            </a:avLst>
          </a:prstGeom>
          <a:solidFill>
            <a:srgbClr val="E4F2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34340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sempre publicar na porta 8080 dentro da VM?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é essa a porta interna que fica mapeada para a porta pública. Se o Nginx subir em outra porta (ex.: -p 80:80), o mapeamento externo não encontra ninguém do outro lado.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Docker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os dados persistem?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4846320" cy="356616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28600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parado, apagado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recriado a qualquer momento.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só existe "dentro" dele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perde nesse processo.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402336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E3E3E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40233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efêmero — some ao recriar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3246120"/>
            <a:ext cx="548640" cy="365760"/>
          </a:xfrm>
          <a:prstGeom prst="rightArrow">
            <a:avLst/>
          </a:prstGeom>
          <a:solidFill>
            <a:srgbClr val="0E7C7B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645920"/>
            <a:ext cx="4846320" cy="3566160"/>
          </a:xfrm>
          <a:prstGeom prst="roundRect">
            <a:avLst>
              <a:gd name="adj" fmla="val 3077"/>
            </a:avLst>
          </a:prstGeom>
          <a:solidFill>
            <a:srgbClr val="E4F2F1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(-v)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28600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pasta que existe fora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container (na VM). O container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"enxerga" essa pasta 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guarda os dados dentro dele.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402336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40233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— sobrevive à recriação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Docker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4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5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Recapitulando — Docker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773936"/>
            <a:ext cx="219456" cy="21945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7320" y="15544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 install -y docker.io instala o Docker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596896"/>
            <a:ext cx="219456" cy="21945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237744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comando de espera garante que o daemon está pronto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419856"/>
            <a:ext cx="219456" cy="21945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320040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hello-world confirma que a instalação funciona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4242816"/>
            <a:ext cx="219456" cy="21945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402336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-d, -p e -v controlam segundo plano, porta e persistência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5065776"/>
            <a:ext cx="219456" cy="21945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17320" y="484632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volume vive fora do container e não se perde ao recriar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Docker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C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961120" y="1097280"/>
            <a:ext cx="2743200" cy="2743200"/>
          </a:xfrm>
          <a:prstGeom prst="roundRect">
            <a:avLst>
              <a:gd name="adj" fmla="val 11667"/>
            </a:avLst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9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Investigação remota via SSH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Navegação, leitura de arquivos e atenção aos detalhes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fizemos nessa prática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411480" cy="41148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equipe acessou remotamente um servidor via SSH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411480" cy="41148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317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só 4 comandos, exploramos pastas e arquivos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411480" cy="41148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089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Precisávamos descobrir informações que não estavam escritas por extenso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411480" cy="41148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8862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de arquivo também podiam ser pistas, não só o conteúdo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411480" cy="41148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663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Editamos um arquivo com nano para registrar o que descobrimos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SSH &amp; Linux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Conectando via SSH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5C16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600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BE8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usuario@endereco -p porta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5E7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743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que vamos acessar no servidor remoto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5E7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520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5204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IP (ou nome) da máquina que vamos acessar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5E7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297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4297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servidor pode expor o SSH numa porta diferente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FF4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120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servidor tem sua própria combinação de usuário, porta e senha — sempre confira a que está usando.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SSH &amp; Linux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comandos permitidos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468880" cy="4023360"/>
          </a:xfrm>
          <a:prstGeom prst="roundRect">
            <a:avLst>
              <a:gd name="adj" fmla="val 4444"/>
            </a:avLst>
          </a:prstGeom>
          <a:solidFill>
            <a:srgbClr val="F5E7E8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18745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7A1F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874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20040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os arquivos e pastas do diretório atual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11880" y="1554480"/>
            <a:ext cx="2468880" cy="4023360"/>
          </a:xfrm>
          <a:prstGeom prst="roundRect">
            <a:avLst>
              <a:gd name="adj" fmla="val 4444"/>
            </a:avLst>
          </a:prstGeom>
          <a:solidFill>
            <a:srgbClr val="F5E7E8"/>
          </a:solidFill>
          <a:ln/>
        </p:spPr>
      </p:sp>
      <p:sp>
        <p:nvSpPr>
          <p:cNvPr id="9" name="Shape 7"/>
          <p:cNvSpPr/>
          <p:nvPr/>
        </p:nvSpPr>
        <p:spPr>
          <a:xfrm>
            <a:off x="3931920" y="18745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7A1F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31920" y="1874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320040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em uma pasta (cd .. para voltar)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1554480"/>
            <a:ext cx="2468880" cy="4023360"/>
          </a:xfrm>
          <a:prstGeom prst="roundRect">
            <a:avLst>
              <a:gd name="adj" fmla="val 4444"/>
            </a:avLst>
          </a:prstGeom>
          <a:solidFill>
            <a:srgbClr val="F5E7E8"/>
          </a:solidFill>
          <a:ln/>
        </p:spPr>
      </p:sp>
      <p:sp>
        <p:nvSpPr>
          <p:cNvPr id="14" name="Shape 12"/>
          <p:cNvSpPr/>
          <p:nvPr/>
        </p:nvSpPr>
        <p:spPr>
          <a:xfrm>
            <a:off x="6720840" y="18745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7A1F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1874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20040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conteúdo de um arquivo de texto na tela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89720" y="1554480"/>
            <a:ext cx="2468880" cy="4023360"/>
          </a:xfrm>
          <a:prstGeom prst="roundRect">
            <a:avLst>
              <a:gd name="adj" fmla="val 4444"/>
            </a:avLst>
          </a:prstGeom>
          <a:solidFill>
            <a:srgbClr val="F5E7E8"/>
          </a:solidFill>
          <a:ln/>
        </p:spPr>
      </p:sp>
      <p:sp>
        <p:nvSpPr>
          <p:cNvPr id="19" name="Shape 17"/>
          <p:cNvSpPr/>
          <p:nvPr/>
        </p:nvSpPr>
        <p:spPr>
          <a:xfrm>
            <a:off x="9509760" y="18745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7A1F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09760" y="1874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320040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um editor de texto simples no terminal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SSH &amp; Linux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Editando com o nano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5C16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5544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BE8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 nome_do_arquivo.txt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7A1F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5146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—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as alterações no arquivo (confirme com Enter)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5661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7A1F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Ctrl+X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356616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—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o nano (pergunta se você quer salvar antes)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70916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5E7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7091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valor editado é conferido automaticamente por um script, digite exatamente o valor esperado — o script compara o que foi salvo com o que era esperado.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SSH &amp; Linux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pista pode estar no nome do arquivo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informação relevante está escrita por extenso dentro do arquivo.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965960"/>
            <a:ext cx="448056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status_rede.log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697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genérico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provavelmente não é a pista principal.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965960"/>
            <a:ext cx="4480560" cy="1828800"/>
          </a:xfrm>
          <a:prstGeom prst="roundRect">
            <a:avLst>
              <a:gd name="adj" fmla="val 5000"/>
            </a:avLst>
          </a:prstGeom>
          <a:solidFill>
            <a:srgbClr val="F5E7E8"/>
          </a:solidFill>
          <a:ln w="19050">
            <a:solidFill>
              <a:srgbClr val="7A1F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geo_37.4220,-122.0841.log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697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carrega uma coordenada geográfica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pista está aqui, não no texto do arquivo.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1051560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389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investigação: 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 forma sistemática, leia tudo (mesmo o que parece burocracia) e preste atenção também nos nomes dos arquivos e pastas — não só no que está escrito dentro deles.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SSH &amp; Linux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Recapitulando — SSH &amp; Linux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773936"/>
            <a:ext cx="219456" cy="219456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7320" y="15544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usuario@endereco -p porta conecta a um servidor remoto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596896"/>
            <a:ext cx="219456" cy="219456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237744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lista, cd navega, cat lê e nano edita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419856"/>
            <a:ext cx="219456" cy="219456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320040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Ctrl+O salva e Ctrl+X sai do nano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4242816"/>
            <a:ext cx="219456" cy="219456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402336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podem estar no nome do arquivo, não só no conteúdo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5065776"/>
            <a:ext cx="219456" cy="219456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17320" y="484632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correção automática exigem o valor exato esperado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SSH &amp; Linux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cai na AP1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1746504"/>
            <a:ext cx="182880" cy="1828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6916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 flags do Docker (instalação, run -d -p -v, hello-world)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13432"/>
            <a:ext cx="182880" cy="1828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2585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volumes garantem persistência de dados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182880" cy="1828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28254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de conexão SSH (usuário, endereço, porta)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447288"/>
            <a:ext cx="182880" cy="1828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33924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comandos de terminal (ls, cd, cat, nano) e seus atalhos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014216"/>
            <a:ext cx="182880" cy="1828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39593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de pistas além do texto (ex.: nomes de arquivo)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074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individual, sem consulta — 10 questões de múltipla escolha.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715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2026-09-17T14:52:50Z</dcterms:created>
  <dcterms:modified xsi:type="dcterms:W3CDTF">2026-09-17T14:52:50Z</dcterms:modified>
</cp:coreProperties>
</file>